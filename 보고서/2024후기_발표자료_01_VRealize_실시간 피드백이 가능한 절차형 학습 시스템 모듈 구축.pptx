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7.png"  /><Relationship Id="rId11" Type="http://schemas.openxmlformats.org/officeDocument/2006/relationships/image" Target="../media/image18.png"  /><Relationship Id="rId12" Type="http://schemas.openxmlformats.org/officeDocument/2006/relationships/image" Target="../media/image19.png"  /><Relationship Id="rId13" Type="http://schemas.openxmlformats.org/officeDocument/2006/relationships/image" Target="../media/image20.png"  /><Relationship Id="rId14" Type="http://schemas.openxmlformats.org/officeDocument/2006/relationships/image" Target="../media/image21.png"  /><Relationship Id="rId15" Type="http://schemas.openxmlformats.org/officeDocument/2006/relationships/image" Target="../media/image22.png"  /><Relationship Id="rId16" Type="http://schemas.openxmlformats.org/officeDocument/2006/relationships/image" Target="../media/image23.png"  /><Relationship Id="rId17" Type="http://schemas.openxmlformats.org/officeDocument/2006/relationships/image" Target="../media/image24.png"  /><Relationship Id="rId18" Type="http://schemas.openxmlformats.org/officeDocument/2006/relationships/image" Target="../media/image25.png"  /><Relationship Id="rId19" Type="http://schemas.openxmlformats.org/officeDocument/2006/relationships/image" Target="../media/image26.png"  /><Relationship Id="rId2" Type="http://schemas.openxmlformats.org/officeDocument/2006/relationships/image" Target="../media/image9.png"  /><Relationship Id="rId20" Type="http://schemas.openxmlformats.org/officeDocument/2006/relationships/image" Target="../media/image27.png"  /><Relationship Id="rId21" Type="http://schemas.openxmlformats.org/officeDocument/2006/relationships/image" Target="../media/image28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png"  /><Relationship Id="rId9" Type="http://schemas.openxmlformats.org/officeDocument/2006/relationships/image" Target="../media/image1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7.png"  /><Relationship Id="rId11" Type="http://schemas.openxmlformats.org/officeDocument/2006/relationships/image" Target="../media/image38.png"  /><Relationship Id="rId12" Type="http://schemas.openxmlformats.org/officeDocument/2006/relationships/image" Target="../media/image39.png"  /><Relationship Id="rId13" Type="http://schemas.openxmlformats.org/officeDocument/2006/relationships/image" Target="../media/image40.png"  /><Relationship Id="rId14" Type="http://schemas.openxmlformats.org/officeDocument/2006/relationships/image" Target="../media/image41.png"  /><Relationship Id="rId15" Type="http://schemas.openxmlformats.org/officeDocument/2006/relationships/image" Target="../media/image42.png"  /><Relationship Id="rId16" Type="http://schemas.openxmlformats.org/officeDocument/2006/relationships/image" Target="../media/image43.png"  /><Relationship Id="rId17" Type="http://schemas.openxmlformats.org/officeDocument/2006/relationships/image" Target="../media/image44.png"  /><Relationship Id="rId18" Type="http://schemas.openxmlformats.org/officeDocument/2006/relationships/image" Target="../media/image45.png"  /><Relationship Id="rId19" Type="http://schemas.openxmlformats.org/officeDocument/2006/relationships/image" Target="../media/image46.png"  /><Relationship Id="rId2" Type="http://schemas.openxmlformats.org/officeDocument/2006/relationships/image" Target="../media/image29.png"  /><Relationship Id="rId20" Type="http://schemas.openxmlformats.org/officeDocument/2006/relationships/image" Target="../media/image47.png"  /><Relationship Id="rId21" Type="http://schemas.openxmlformats.org/officeDocument/2006/relationships/image" Target="../media/image48.png"  /><Relationship Id="rId22" Type="http://schemas.openxmlformats.org/officeDocument/2006/relationships/image" Target="../media/image49.png"  /><Relationship Id="rId23" Type="http://schemas.openxmlformats.org/officeDocument/2006/relationships/image" Target="../media/image50.png"  /><Relationship Id="rId24" Type="http://schemas.openxmlformats.org/officeDocument/2006/relationships/image" Target="../media/image51.png"  /><Relationship Id="rId25" Type="http://schemas.openxmlformats.org/officeDocument/2006/relationships/image" Target="../media/image52.png"  /><Relationship Id="rId26" Type="http://schemas.openxmlformats.org/officeDocument/2006/relationships/image" Target="../media/image53.png"  /><Relationship Id="rId27" Type="http://schemas.openxmlformats.org/officeDocument/2006/relationships/image" Target="../media/image54.png"  /><Relationship Id="rId28" Type="http://schemas.openxmlformats.org/officeDocument/2006/relationships/image" Target="../media/image55.png"  /><Relationship Id="rId29" Type="http://schemas.openxmlformats.org/officeDocument/2006/relationships/image" Target="../media/image56.png"  /><Relationship Id="rId3" Type="http://schemas.openxmlformats.org/officeDocument/2006/relationships/image" Target="../media/image30.png"  /><Relationship Id="rId30" Type="http://schemas.openxmlformats.org/officeDocument/2006/relationships/image" Target="../media/image57.png"  /><Relationship Id="rId31" Type="http://schemas.openxmlformats.org/officeDocument/2006/relationships/image" Target="../media/image57.png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Relationship Id="rId6" Type="http://schemas.openxmlformats.org/officeDocument/2006/relationships/image" Target="../media/image33.png"  /><Relationship Id="rId7" Type="http://schemas.openxmlformats.org/officeDocument/2006/relationships/image" Target="../media/image34.png"  /><Relationship Id="rId8" Type="http://schemas.openxmlformats.org/officeDocument/2006/relationships/image" Target="../media/image35.png"  /><Relationship Id="rId9" Type="http://schemas.openxmlformats.org/officeDocument/2006/relationships/image" Target="../media/image3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4.png"  /><Relationship Id="rId11" Type="http://schemas.openxmlformats.org/officeDocument/2006/relationships/image" Target="../media/image65.png"  /><Relationship Id="rId12" Type="http://schemas.openxmlformats.org/officeDocument/2006/relationships/image" Target="../media/image66.png"  /><Relationship Id="rId13" Type="http://schemas.openxmlformats.org/officeDocument/2006/relationships/image" Target="../media/image67.png"  /><Relationship Id="rId14" Type="http://schemas.openxmlformats.org/officeDocument/2006/relationships/image" Target="../media/image68.png"  /><Relationship Id="rId15" Type="http://schemas.openxmlformats.org/officeDocument/2006/relationships/image" Target="../media/image69.png"  /><Relationship Id="rId2" Type="http://schemas.openxmlformats.org/officeDocument/2006/relationships/image" Target="../media/image58.png"  /><Relationship Id="rId3" Type="http://schemas.openxmlformats.org/officeDocument/2006/relationships/image" Target="../media/image59.png"  /><Relationship Id="rId4" Type="http://schemas.openxmlformats.org/officeDocument/2006/relationships/image" Target="../media/image59.png"  /><Relationship Id="rId5" Type="http://schemas.openxmlformats.org/officeDocument/2006/relationships/image" Target="../media/image59.png"  /><Relationship Id="rId6" Type="http://schemas.openxmlformats.org/officeDocument/2006/relationships/image" Target="../media/image60.png"  /><Relationship Id="rId7" Type="http://schemas.openxmlformats.org/officeDocument/2006/relationships/image" Target="../media/image61.png"  /><Relationship Id="rId8" Type="http://schemas.openxmlformats.org/officeDocument/2006/relationships/image" Target="../media/image62.png"  /><Relationship Id="rId9" Type="http://schemas.openxmlformats.org/officeDocument/2006/relationships/image" Target="../media/image6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2.png"  /><Relationship Id="rId11" Type="http://schemas.openxmlformats.org/officeDocument/2006/relationships/image" Target="../media/image77.png"  /><Relationship Id="rId12" Type="http://schemas.openxmlformats.org/officeDocument/2006/relationships/image" Target="../media/image78.png"  /><Relationship Id="rId13" Type="http://schemas.openxmlformats.org/officeDocument/2006/relationships/image" Target="../media/image79.png"  /><Relationship Id="rId14" Type="http://schemas.openxmlformats.org/officeDocument/2006/relationships/image" Target="../media/image78.png"  /><Relationship Id="rId15" Type="http://schemas.openxmlformats.org/officeDocument/2006/relationships/image" Target="../media/image80.png"  /><Relationship Id="rId16" Type="http://schemas.openxmlformats.org/officeDocument/2006/relationships/image" Target="../media/image81.png"  /><Relationship Id="rId17" Type="http://schemas.openxmlformats.org/officeDocument/2006/relationships/image" Target="../media/image82.png"  /><Relationship Id="rId18" Type="http://schemas.openxmlformats.org/officeDocument/2006/relationships/image" Target="../media/image83.png"  /><Relationship Id="rId19" Type="http://schemas.openxmlformats.org/officeDocument/2006/relationships/image" Target="../media/image83.png"  /><Relationship Id="rId2" Type="http://schemas.openxmlformats.org/officeDocument/2006/relationships/image" Target="../media/image70.png"  /><Relationship Id="rId20" Type="http://schemas.openxmlformats.org/officeDocument/2006/relationships/image" Target="../media/image83.png"  /><Relationship Id="rId21" Type="http://schemas.openxmlformats.org/officeDocument/2006/relationships/image" Target="../media/image84.png"  /><Relationship Id="rId22" Type="http://schemas.openxmlformats.org/officeDocument/2006/relationships/image" Target="../media/image85.png"  /><Relationship Id="rId23" Type="http://schemas.openxmlformats.org/officeDocument/2006/relationships/image" Target="../media/image86.png"  /><Relationship Id="rId24" Type="http://schemas.openxmlformats.org/officeDocument/2006/relationships/image" Target="../media/image87.png"  /><Relationship Id="rId3" Type="http://schemas.openxmlformats.org/officeDocument/2006/relationships/image" Target="../media/image71.png"  /><Relationship Id="rId4" Type="http://schemas.openxmlformats.org/officeDocument/2006/relationships/image" Target="../media/image72.png"  /><Relationship Id="rId5" Type="http://schemas.openxmlformats.org/officeDocument/2006/relationships/image" Target="../media/image73.png"  /><Relationship Id="rId6" Type="http://schemas.openxmlformats.org/officeDocument/2006/relationships/image" Target="../media/image74.png"  /><Relationship Id="rId7" Type="http://schemas.openxmlformats.org/officeDocument/2006/relationships/image" Target="../media/image72.png"  /><Relationship Id="rId8" Type="http://schemas.openxmlformats.org/officeDocument/2006/relationships/image" Target="../media/image75.png"  /><Relationship Id="rId9" Type="http://schemas.openxmlformats.org/officeDocument/2006/relationships/image" Target="../media/image7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6.png"  /><Relationship Id="rId11" Type="http://schemas.openxmlformats.org/officeDocument/2006/relationships/image" Target="../media/image97.png"  /><Relationship Id="rId12" Type="http://schemas.openxmlformats.org/officeDocument/2006/relationships/image" Target="../media/image98.png"  /><Relationship Id="rId13" Type="http://schemas.openxmlformats.org/officeDocument/2006/relationships/image" Target="../media/image99.png"  /><Relationship Id="rId14" Type="http://schemas.openxmlformats.org/officeDocument/2006/relationships/image" Target="../media/image100.png"  /><Relationship Id="rId15" Type="http://schemas.openxmlformats.org/officeDocument/2006/relationships/image" Target="../media/image101.png"  /><Relationship Id="rId16" Type="http://schemas.openxmlformats.org/officeDocument/2006/relationships/image" Target="../media/image102.png"  /><Relationship Id="rId17" Type="http://schemas.openxmlformats.org/officeDocument/2006/relationships/image" Target="../media/image103.png"  /><Relationship Id="rId18" Type="http://schemas.openxmlformats.org/officeDocument/2006/relationships/image" Target="../media/image104.png"  /><Relationship Id="rId19" Type="http://schemas.openxmlformats.org/officeDocument/2006/relationships/image" Target="../media/image105.png"  /><Relationship Id="rId2" Type="http://schemas.openxmlformats.org/officeDocument/2006/relationships/image" Target="../media/image88.png"  /><Relationship Id="rId3" Type="http://schemas.openxmlformats.org/officeDocument/2006/relationships/image" Target="../media/image89.png"  /><Relationship Id="rId4" Type="http://schemas.openxmlformats.org/officeDocument/2006/relationships/image" Target="../media/image90.png"  /><Relationship Id="rId5" Type="http://schemas.openxmlformats.org/officeDocument/2006/relationships/image" Target="../media/image91.png"  /><Relationship Id="rId6" Type="http://schemas.openxmlformats.org/officeDocument/2006/relationships/image" Target="../media/image92.png"  /><Relationship Id="rId7" Type="http://schemas.openxmlformats.org/officeDocument/2006/relationships/image" Target="../media/image93.png"  /><Relationship Id="rId8" Type="http://schemas.openxmlformats.org/officeDocument/2006/relationships/image" Target="../media/image94.png"  /><Relationship Id="rId9" Type="http://schemas.openxmlformats.org/officeDocument/2006/relationships/image" Target="../media/image9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14.png"  /><Relationship Id="rId11" Type="http://schemas.openxmlformats.org/officeDocument/2006/relationships/image" Target="../media/image115.png"  /><Relationship Id="rId12" Type="http://schemas.openxmlformats.org/officeDocument/2006/relationships/image" Target="../media/image116.png"  /><Relationship Id="rId13" Type="http://schemas.openxmlformats.org/officeDocument/2006/relationships/image" Target="../media/image117.png"  /><Relationship Id="rId14" Type="http://schemas.openxmlformats.org/officeDocument/2006/relationships/image" Target="../media/image118.png"  /><Relationship Id="rId15" Type="http://schemas.openxmlformats.org/officeDocument/2006/relationships/image" Target="../media/image119.png"  /><Relationship Id="rId16" Type="http://schemas.openxmlformats.org/officeDocument/2006/relationships/image" Target="../media/image120.png"  /><Relationship Id="rId17" Type="http://schemas.openxmlformats.org/officeDocument/2006/relationships/image" Target="../media/image121.png"  /><Relationship Id="rId18" Type="http://schemas.openxmlformats.org/officeDocument/2006/relationships/image" Target="../media/image122.png"  /><Relationship Id="rId19" Type="http://schemas.openxmlformats.org/officeDocument/2006/relationships/image" Target="../media/image123.png"  /><Relationship Id="rId2" Type="http://schemas.openxmlformats.org/officeDocument/2006/relationships/image" Target="../media/image106.png"  /><Relationship Id="rId20" Type="http://schemas.openxmlformats.org/officeDocument/2006/relationships/image" Target="../media/image124.png"  /><Relationship Id="rId21" Type="http://schemas.openxmlformats.org/officeDocument/2006/relationships/image" Target="../media/image125.png"  /><Relationship Id="rId22" Type="http://schemas.openxmlformats.org/officeDocument/2006/relationships/image" Target="../media/image126.png"  /><Relationship Id="rId23" Type="http://schemas.openxmlformats.org/officeDocument/2006/relationships/image" Target="../media/image127.png"  /><Relationship Id="rId24" Type="http://schemas.openxmlformats.org/officeDocument/2006/relationships/image" Target="../media/image128.png"  /><Relationship Id="rId25" Type="http://schemas.openxmlformats.org/officeDocument/2006/relationships/image" Target="../media/image129.png"  /><Relationship Id="rId26" Type="http://schemas.openxmlformats.org/officeDocument/2006/relationships/image" Target="../media/image130.png"  /><Relationship Id="rId3" Type="http://schemas.openxmlformats.org/officeDocument/2006/relationships/image" Target="../media/image107.png"  /><Relationship Id="rId4" Type="http://schemas.openxmlformats.org/officeDocument/2006/relationships/image" Target="../media/image108.png"  /><Relationship Id="rId5" Type="http://schemas.openxmlformats.org/officeDocument/2006/relationships/image" Target="../media/image109.png"  /><Relationship Id="rId6" Type="http://schemas.openxmlformats.org/officeDocument/2006/relationships/image" Target="../media/image110.png"  /><Relationship Id="rId7" Type="http://schemas.openxmlformats.org/officeDocument/2006/relationships/image" Target="../media/image111.png"  /><Relationship Id="rId8" Type="http://schemas.openxmlformats.org/officeDocument/2006/relationships/image" Target="../media/image112.png"  /><Relationship Id="rId9" Type="http://schemas.openxmlformats.org/officeDocument/2006/relationships/image" Target="../media/image1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1.png"  /><Relationship Id="rId3" Type="http://schemas.openxmlformats.org/officeDocument/2006/relationships/image" Target="../media/image132.png"  /><Relationship Id="rId4" Type="http://schemas.openxmlformats.org/officeDocument/2006/relationships/image" Target="../media/image133.png"  /><Relationship Id="rId5" Type="http://schemas.openxmlformats.org/officeDocument/2006/relationships/image" Target="../media/image134.png"  /><Relationship Id="rId6" Type="http://schemas.openxmlformats.org/officeDocument/2006/relationships/image" Target="../media/image13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6.png"  /><Relationship Id="rId3" Type="http://schemas.openxmlformats.org/officeDocument/2006/relationships/image" Target="../media/image137.png"  /><Relationship Id="rId4" Type="http://schemas.openxmlformats.org/officeDocument/2006/relationships/image" Target="../media/image133.png"  /><Relationship Id="rId5" Type="http://schemas.openxmlformats.org/officeDocument/2006/relationships/image" Target="../media/image138.png"  /><Relationship Id="rId6" Type="http://schemas.openxmlformats.org/officeDocument/2006/relationships/image" Target="../media/image13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6.png"  /><Relationship Id="rId11" Type="http://schemas.openxmlformats.org/officeDocument/2006/relationships/image" Target="../media/image147.png"  /><Relationship Id="rId12" Type="http://schemas.openxmlformats.org/officeDocument/2006/relationships/image" Target="../media/image148.png"  /><Relationship Id="rId13" Type="http://schemas.openxmlformats.org/officeDocument/2006/relationships/image" Target="../media/image149.png"  /><Relationship Id="rId14" Type="http://schemas.openxmlformats.org/officeDocument/2006/relationships/image" Target="../media/image150.png"  /><Relationship Id="rId15" Type="http://schemas.openxmlformats.org/officeDocument/2006/relationships/image" Target="../media/image151.png"  /><Relationship Id="rId16" Type="http://schemas.openxmlformats.org/officeDocument/2006/relationships/image" Target="../media/image152.png"  /><Relationship Id="rId17" Type="http://schemas.openxmlformats.org/officeDocument/2006/relationships/image" Target="../media/image153.png"  /><Relationship Id="rId18" Type="http://schemas.openxmlformats.org/officeDocument/2006/relationships/image" Target="../media/image154.png"  /><Relationship Id="rId19" Type="http://schemas.openxmlformats.org/officeDocument/2006/relationships/image" Target="../media/image155.png"  /><Relationship Id="rId2" Type="http://schemas.openxmlformats.org/officeDocument/2006/relationships/image" Target="../media/image139.png"  /><Relationship Id="rId20" Type="http://schemas.openxmlformats.org/officeDocument/2006/relationships/image" Target="../media/image156.png"  /><Relationship Id="rId21" Type="http://schemas.openxmlformats.org/officeDocument/2006/relationships/image" Target="../media/image157.png"  /><Relationship Id="rId22" Type="http://schemas.openxmlformats.org/officeDocument/2006/relationships/image" Target="../media/image158.png"  /><Relationship Id="rId23" Type="http://schemas.openxmlformats.org/officeDocument/2006/relationships/image" Target="../media/image159.png"  /><Relationship Id="rId3" Type="http://schemas.openxmlformats.org/officeDocument/2006/relationships/image" Target="../media/image140.png"  /><Relationship Id="rId4" Type="http://schemas.openxmlformats.org/officeDocument/2006/relationships/image" Target="../media/image141.png"  /><Relationship Id="rId5" Type="http://schemas.openxmlformats.org/officeDocument/2006/relationships/image" Target="../media/image142.png"  /><Relationship Id="rId6" Type="http://schemas.openxmlformats.org/officeDocument/2006/relationships/image" Target="../media/image135.png"  /><Relationship Id="rId7" Type="http://schemas.openxmlformats.org/officeDocument/2006/relationships/image" Target="../media/image143.png"  /><Relationship Id="rId8" Type="http://schemas.openxmlformats.org/officeDocument/2006/relationships/image" Target="../media/image144.png"  /><Relationship Id="rId9" Type="http://schemas.openxmlformats.org/officeDocument/2006/relationships/image" Target="../media/image14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68.png"  /><Relationship Id="rId11" Type="http://schemas.openxmlformats.org/officeDocument/2006/relationships/image" Target="../media/image169.png"  /><Relationship Id="rId12" Type="http://schemas.openxmlformats.org/officeDocument/2006/relationships/image" Target="../media/image170.png"  /><Relationship Id="rId13" Type="http://schemas.openxmlformats.org/officeDocument/2006/relationships/image" Target="../media/image171.png"  /><Relationship Id="rId14" Type="http://schemas.openxmlformats.org/officeDocument/2006/relationships/image" Target="../media/image172.png"  /><Relationship Id="rId15" Type="http://schemas.openxmlformats.org/officeDocument/2006/relationships/image" Target="../media/image173.png"  /><Relationship Id="rId16" Type="http://schemas.openxmlformats.org/officeDocument/2006/relationships/image" Target="../media/image174.png"  /><Relationship Id="rId17" Type="http://schemas.openxmlformats.org/officeDocument/2006/relationships/image" Target="../media/image175.png"  /><Relationship Id="rId18" Type="http://schemas.openxmlformats.org/officeDocument/2006/relationships/image" Target="../media/image176.png"  /><Relationship Id="rId19" Type="http://schemas.openxmlformats.org/officeDocument/2006/relationships/image" Target="../media/image177.png"  /><Relationship Id="rId2" Type="http://schemas.openxmlformats.org/officeDocument/2006/relationships/image" Target="../media/image160.png"  /><Relationship Id="rId20" Type="http://schemas.openxmlformats.org/officeDocument/2006/relationships/image" Target="../media/image178.png"  /><Relationship Id="rId21" Type="http://schemas.openxmlformats.org/officeDocument/2006/relationships/image" Target="../media/image179.png"  /><Relationship Id="rId22" Type="http://schemas.openxmlformats.org/officeDocument/2006/relationships/image" Target="../media/image180.png"  /><Relationship Id="rId23" Type="http://schemas.openxmlformats.org/officeDocument/2006/relationships/image" Target="../media/image181.png"  /><Relationship Id="rId3" Type="http://schemas.openxmlformats.org/officeDocument/2006/relationships/image" Target="../media/image161.png"  /><Relationship Id="rId4" Type="http://schemas.openxmlformats.org/officeDocument/2006/relationships/image" Target="../media/image162.png"  /><Relationship Id="rId5" Type="http://schemas.openxmlformats.org/officeDocument/2006/relationships/image" Target="../media/image163.png"  /><Relationship Id="rId6" Type="http://schemas.openxmlformats.org/officeDocument/2006/relationships/image" Target="../media/image164.png"  /><Relationship Id="rId7" Type="http://schemas.openxmlformats.org/officeDocument/2006/relationships/image" Target="../media/image165.png"  /><Relationship Id="rId8" Type="http://schemas.openxmlformats.org/officeDocument/2006/relationships/image" Target="../media/image166.png"  /><Relationship Id="rId9" Type="http://schemas.openxmlformats.org/officeDocument/2006/relationships/image" Target="../media/image16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90.png"  /><Relationship Id="rId11" Type="http://schemas.openxmlformats.org/officeDocument/2006/relationships/image" Target="../media/image191.png"  /><Relationship Id="rId12" Type="http://schemas.openxmlformats.org/officeDocument/2006/relationships/image" Target="../media/image192.png"  /><Relationship Id="rId13" Type="http://schemas.openxmlformats.org/officeDocument/2006/relationships/image" Target="../media/image193.png"  /><Relationship Id="rId14" Type="http://schemas.openxmlformats.org/officeDocument/2006/relationships/image" Target="../media/image194.png"  /><Relationship Id="rId15" Type="http://schemas.openxmlformats.org/officeDocument/2006/relationships/image" Target="../media/image195.png"  /><Relationship Id="rId16" Type="http://schemas.openxmlformats.org/officeDocument/2006/relationships/image" Target="../media/image196.png"  /><Relationship Id="rId17" Type="http://schemas.openxmlformats.org/officeDocument/2006/relationships/image" Target="../media/image197.png"  /><Relationship Id="rId18" Type="http://schemas.openxmlformats.org/officeDocument/2006/relationships/image" Target="../media/image198.png"  /><Relationship Id="rId19" Type="http://schemas.openxmlformats.org/officeDocument/2006/relationships/image" Target="../media/image199.png"  /><Relationship Id="rId2" Type="http://schemas.openxmlformats.org/officeDocument/2006/relationships/image" Target="../media/image182.png"  /><Relationship Id="rId20" Type="http://schemas.openxmlformats.org/officeDocument/2006/relationships/image" Target="../media/image200.png"  /><Relationship Id="rId21" Type="http://schemas.openxmlformats.org/officeDocument/2006/relationships/image" Target="../media/image101.png"  /><Relationship Id="rId22" Type="http://schemas.openxmlformats.org/officeDocument/2006/relationships/image" Target="../media/image100.png"  /><Relationship Id="rId23" Type="http://schemas.openxmlformats.org/officeDocument/2006/relationships/image" Target="../media/image201.png"  /><Relationship Id="rId24" Type="http://schemas.openxmlformats.org/officeDocument/2006/relationships/image" Target="../media/image202.png"  /><Relationship Id="rId25" Type="http://schemas.openxmlformats.org/officeDocument/2006/relationships/image" Target="../media/image203.png"  /><Relationship Id="rId26" Type="http://schemas.openxmlformats.org/officeDocument/2006/relationships/image" Target="../media/image204.png"  /><Relationship Id="rId27" Type="http://schemas.openxmlformats.org/officeDocument/2006/relationships/image" Target="../media/image205.png"  /><Relationship Id="rId28" Type="http://schemas.openxmlformats.org/officeDocument/2006/relationships/image" Target="../media/image206.png"  /><Relationship Id="rId29" Type="http://schemas.openxmlformats.org/officeDocument/2006/relationships/image" Target="../media/image207.png"  /><Relationship Id="rId3" Type="http://schemas.openxmlformats.org/officeDocument/2006/relationships/image" Target="../media/image183.png"  /><Relationship Id="rId30" Type="http://schemas.openxmlformats.org/officeDocument/2006/relationships/image" Target="../media/image208.png"  /><Relationship Id="rId31" Type="http://schemas.openxmlformats.org/officeDocument/2006/relationships/image" Target="../media/image209.png"  /><Relationship Id="rId32" Type="http://schemas.openxmlformats.org/officeDocument/2006/relationships/image" Target="../media/image210.png"  /><Relationship Id="rId33" Type="http://schemas.openxmlformats.org/officeDocument/2006/relationships/image" Target="../media/image211.png"  /><Relationship Id="rId34" Type="http://schemas.openxmlformats.org/officeDocument/2006/relationships/image" Target="../media/image212.png"  /><Relationship Id="rId35" Type="http://schemas.openxmlformats.org/officeDocument/2006/relationships/image" Target="../media/image213.png"  /><Relationship Id="rId36" Type="http://schemas.openxmlformats.org/officeDocument/2006/relationships/image" Target="../media/image214.png"  /><Relationship Id="rId4" Type="http://schemas.openxmlformats.org/officeDocument/2006/relationships/image" Target="../media/image184.png"  /><Relationship Id="rId5" Type="http://schemas.openxmlformats.org/officeDocument/2006/relationships/image" Target="../media/image185.png"  /><Relationship Id="rId6" Type="http://schemas.openxmlformats.org/officeDocument/2006/relationships/image" Target="../media/image186.png"  /><Relationship Id="rId7" Type="http://schemas.openxmlformats.org/officeDocument/2006/relationships/image" Target="../media/image187.png"  /><Relationship Id="rId8" Type="http://schemas.openxmlformats.org/officeDocument/2006/relationships/image" Target="../media/image188.png"  /><Relationship Id="rId9" Type="http://schemas.openxmlformats.org/officeDocument/2006/relationships/image" Target="../media/image18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90.png"  /><Relationship Id="rId11" Type="http://schemas.openxmlformats.org/officeDocument/2006/relationships/image" Target="../media/image191.png"  /><Relationship Id="rId12" Type="http://schemas.openxmlformats.org/officeDocument/2006/relationships/image" Target="../media/image192.png"  /><Relationship Id="rId13" Type="http://schemas.openxmlformats.org/officeDocument/2006/relationships/image" Target="../media/image193.png"  /><Relationship Id="rId14" Type="http://schemas.openxmlformats.org/officeDocument/2006/relationships/image" Target="../media/image216.png"  /><Relationship Id="rId15" Type="http://schemas.openxmlformats.org/officeDocument/2006/relationships/image" Target="../media/image195.png"  /><Relationship Id="rId16" Type="http://schemas.openxmlformats.org/officeDocument/2006/relationships/image" Target="../media/image196.png"  /><Relationship Id="rId17" Type="http://schemas.openxmlformats.org/officeDocument/2006/relationships/image" Target="../media/image197.png"  /><Relationship Id="rId18" Type="http://schemas.openxmlformats.org/officeDocument/2006/relationships/image" Target="../media/image198.png"  /><Relationship Id="rId19" Type="http://schemas.openxmlformats.org/officeDocument/2006/relationships/image" Target="../media/image217.png"  /><Relationship Id="rId2" Type="http://schemas.openxmlformats.org/officeDocument/2006/relationships/image" Target="../media/image215.png"  /><Relationship Id="rId20" Type="http://schemas.openxmlformats.org/officeDocument/2006/relationships/image" Target="../media/image200.png"  /><Relationship Id="rId21" Type="http://schemas.openxmlformats.org/officeDocument/2006/relationships/image" Target="../media/image199.png"  /><Relationship Id="rId22" Type="http://schemas.openxmlformats.org/officeDocument/2006/relationships/image" Target="../media/image101.png"  /><Relationship Id="rId23" Type="http://schemas.openxmlformats.org/officeDocument/2006/relationships/image" Target="../media/image100.png"  /><Relationship Id="rId24" Type="http://schemas.openxmlformats.org/officeDocument/2006/relationships/image" Target="../media/image202.png"  /><Relationship Id="rId25" Type="http://schemas.openxmlformats.org/officeDocument/2006/relationships/image" Target="../media/image218.png"  /><Relationship Id="rId26" Type="http://schemas.openxmlformats.org/officeDocument/2006/relationships/image" Target="../media/image219.png"  /><Relationship Id="rId27" Type="http://schemas.openxmlformats.org/officeDocument/2006/relationships/image" Target="../media/image204.png"  /><Relationship Id="rId28" Type="http://schemas.openxmlformats.org/officeDocument/2006/relationships/image" Target="../media/image205.png"  /><Relationship Id="rId29" Type="http://schemas.openxmlformats.org/officeDocument/2006/relationships/image" Target="../media/image206.png"  /><Relationship Id="rId3" Type="http://schemas.openxmlformats.org/officeDocument/2006/relationships/image" Target="../media/image183.png"  /><Relationship Id="rId30" Type="http://schemas.openxmlformats.org/officeDocument/2006/relationships/image" Target="../media/image207.png"  /><Relationship Id="rId31" Type="http://schemas.openxmlformats.org/officeDocument/2006/relationships/image" Target="../media/image208.png"  /><Relationship Id="rId32" Type="http://schemas.openxmlformats.org/officeDocument/2006/relationships/image" Target="../media/image209.png"  /><Relationship Id="rId33" Type="http://schemas.openxmlformats.org/officeDocument/2006/relationships/image" Target="../media/image210.png"  /><Relationship Id="rId34" Type="http://schemas.openxmlformats.org/officeDocument/2006/relationships/image" Target="../media/image220.png"  /><Relationship Id="rId35" Type="http://schemas.openxmlformats.org/officeDocument/2006/relationships/image" Target="../media/image212.png"  /><Relationship Id="rId36" Type="http://schemas.openxmlformats.org/officeDocument/2006/relationships/image" Target="../media/image221.png"  /><Relationship Id="rId37" Type="http://schemas.openxmlformats.org/officeDocument/2006/relationships/image" Target="../media/image222.png"  /><Relationship Id="rId4" Type="http://schemas.openxmlformats.org/officeDocument/2006/relationships/image" Target="../media/image184.png"  /><Relationship Id="rId5" Type="http://schemas.openxmlformats.org/officeDocument/2006/relationships/image" Target="../media/image185.png"  /><Relationship Id="rId6" Type="http://schemas.openxmlformats.org/officeDocument/2006/relationships/image" Target="../media/image186.png"  /><Relationship Id="rId7" Type="http://schemas.openxmlformats.org/officeDocument/2006/relationships/image" Target="../media/image187.png"  /><Relationship Id="rId8" Type="http://schemas.openxmlformats.org/officeDocument/2006/relationships/image" Target="../media/image188.png"  /><Relationship Id="rId9" Type="http://schemas.openxmlformats.org/officeDocument/2006/relationships/image" Target="../media/image18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90.png"  /><Relationship Id="rId11" Type="http://schemas.openxmlformats.org/officeDocument/2006/relationships/image" Target="../media/image191.png"  /><Relationship Id="rId12" Type="http://schemas.openxmlformats.org/officeDocument/2006/relationships/image" Target="../media/image192.png"  /><Relationship Id="rId13" Type="http://schemas.openxmlformats.org/officeDocument/2006/relationships/image" Target="../media/image193.png"  /><Relationship Id="rId14" Type="http://schemas.openxmlformats.org/officeDocument/2006/relationships/image" Target="../media/image224.png"  /><Relationship Id="rId15" Type="http://schemas.openxmlformats.org/officeDocument/2006/relationships/image" Target="../media/image195.png"  /><Relationship Id="rId16" Type="http://schemas.openxmlformats.org/officeDocument/2006/relationships/image" Target="../media/image196.png"  /><Relationship Id="rId17" Type="http://schemas.openxmlformats.org/officeDocument/2006/relationships/image" Target="../media/image197.png"  /><Relationship Id="rId18" Type="http://schemas.openxmlformats.org/officeDocument/2006/relationships/image" Target="../media/image198.png"  /><Relationship Id="rId19" Type="http://schemas.openxmlformats.org/officeDocument/2006/relationships/image" Target="../media/image217.png"  /><Relationship Id="rId2" Type="http://schemas.openxmlformats.org/officeDocument/2006/relationships/image" Target="../media/image223.png"  /><Relationship Id="rId20" Type="http://schemas.openxmlformats.org/officeDocument/2006/relationships/image" Target="../media/image199.png"  /><Relationship Id="rId21" Type="http://schemas.openxmlformats.org/officeDocument/2006/relationships/image" Target="../media/image101.png"  /><Relationship Id="rId22" Type="http://schemas.openxmlformats.org/officeDocument/2006/relationships/image" Target="../media/image100.png"  /><Relationship Id="rId23" Type="http://schemas.openxmlformats.org/officeDocument/2006/relationships/image" Target="../media/image225.png"  /><Relationship Id="rId24" Type="http://schemas.openxmlformats.org/officeDocument/2006/relationships/image" Target="../media/image226.png"  /><Relationship Id="rId25" Type="http://schemas.openxmlformats.org/officeDocument/2006/relationships/image" Target="../media/image227.png"  /><Relationship Id="rId26" Type="http://schemas.openxmlformats.org/officeDocument/2006/relationships/image" Target="../media/image206.png"  /><Relationship Id="rId27" Type="http://schemas.openxmlformats.org/officeDocument/2006/relationships/image" Target="../media/image207.png"  /><Relationship Id="rId28" Type="http://schemas.openxmlformats.org/officeDocument/2006/relationships/image" Target="../media/image208.png"  /><Relationship Id="rId29" Type="http://schemas.openxmlformats.org/officeDocument/2006/relationships/image" Target="../media/image228.png"  /><Relationship Id="rId3" Type="http://schemas.openxmlformats.org/officeDocument/2006/relationships/image" Target="../media/image183.png"  /><Relationship Id="rId30" Type="http://schemas.openxmlformats.org/officeDocument/2006/relationships/image" Target="../media/image210.png"  /><Relationship Id="rId31" Type="http://schemas.openxmlformats.org/officeDocument/2006/relationships/image" Target="../media/image229.png"  /><Relationship Id="rId32" Type="http://schemas.openxmlformats.org/officeDocument/2006/relationships/image" Target="../media/image212.png"  /><Relationship Id="rId33" Type="http://schemas.openxmlformats.org/officeDocument/2006/relationships/image" Target="../media/image230.png"  /><Relationship Id="rId34" Type="http://schemas.openxmlformats.org/officeDocument/2006/relationships/image" Target="../media/image231.png"  /><Relationship Id="rId4" Type="http://schemas.openxmlformats.org/officeDocument/2006/relationships/image" Target="../media/image184.png"  /><Relationship Id="rId5" Type="http://schemas.openxmlformats.org/officeDocument/2006/relationships/image" Target="../media/image185.png"  /><Relationship Id="rId6" Type="http://schemas.openxmlformats.org/officeDocument/2006/relationships/image" Target="../media/image186.png"  /><Relationship Id="rId7" Type="http://schemas.openxmlformats.org/officeDocument/2006/relationships/image" Target="../media/image187.png"  /><Relationship Id="rId8" Type="http://schemas.openxmlformats.org/officeDocument/2006/relationships/image" Target="../media/image188.png"  /><Relationship Id="rId9" Type="http://schemas.openxmlformats.org/officeDocument/2006/relationships/image" Target="../media/image18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0.png"  /><Relationship Id="rId11" Type="http://schemas.openxmlformats.org/officeDocument/2006/relationships/image" Target="../media/image188.png"  /><Relationship Id="rId12" Type="http://schemas.openxmlformats.org/officeDocument/2006/relationships/image" Target="../media/image232.png"  /><Relationship Id="rId13" Type="http://schemas.openxmlformats.org/officeDocument/2006/relationships/image" Target="../media/image190.png"  /><Relationship Id="rId14" Type="http://schemas.openxmlformats.org/officeDocument/2006/relationships/image" Target="../media/image191.png"  /><Relationship Id="rId15" Type="http://schemas.openxmlformats.org/officeDocument/2006/relationships/image" Target="../media/image192.png"  /><Relationship Id="rId16" Type="http://schemas.openxmlformats.org/officeDocument/2006/relationships/image" Target="../media/image233.png"  /><Relationship Id="rId17" Type="http://schemas.openxmlformats.org/officeDocument/2006/relationships/image" Target="../media/image234.png"  /><Relationship Id="rId18" Type="http://schemas.openxmlformats.org/officeDocument/2006/relationships/image" Target="../media/image235.png"  /><Relationship Id="rId19" Type="http://schemas.openxmlformats.org/officeDocument/2006/relationships/image" Target="../media/image236.png"  /><Relationship Id="rId2" Type="http://schemas.openxmlformats.org/officeDocument/2006/relationships/image" Target="../media/image183.png"  /><Relationship Id="rId20" Type="http://schemas.openxmlformats.org/officeDocument/2006/relationships/image" Target="../media/image237.png"  /><Relationship Id="rId21" Type="http://schemas.openxmlformats.org/officeDocument/2006/relationships/image" Target="../media/image238.png"  /><Relationship Id="rId22" Type="http://schemas.openxmlformats.org/officeDocument/2006/relationships/image" Target="../media/image239.png"  /><Relationship Id="rId23" Type="http://schemas.openxmlformats.org/officeDocument/2006/relationships/image" Target="../media/image240.png"  /><Relationship Id="rId24" Type="http://schemas.openxmlformats.org/officeDocument/2006/relationships/image" Target="../media/image206.png"  /><Relationship Id="rId25" Type="http://schemas.openxmlformats.org/officeDocument/2006/relationships/image" Target="../media/image207.png"  /><Relationship Id="rId26" Type="http://schemas.openxmlformats.org/officeDocument/2006/relationships/image" Target="../media/image208.png"  /><Relationship Id="rId27" Type="http://schemas.openxmlformats.org/officeDocument/2006/relationships/image" Target="../media/image201.png"  /><Relationship Id="rId28" Type="http://schemas.openxmlformats.org/officeDocument/2006/relationships/image" Target="../media/image241.png"  /><Relationship Id="rId29" Type="http://schemas.openxmlformats.org/officeDocument/2006/relationships/image" Target="../media/image242.png"  /><Relationship Id="rId3" Type="http://schemas.openxmlformats.org/officeDocument/2006/relationships/image" Target="../media/image184.png"  /><Relationship Id="rId30" Type="http://schemas.openxmlformats.org/officeDocument/2006/relationships/image" Target="../media/image243.png"  /><Relationship Id="rId31" Type="http://schemas.openxmlformats.org/officeDocument/2006/relationships/image" Target="../media/image244.png"  /><Relationship Id="rId32" Type="http://schemas.openxmlformats.org/officeDocument/2006/relationships/image" Target="../media/image245.png"  /><Relationship Id="rId33" Type="http://schemas.openxmlformats.org/officeDocument/2006/relationships/image" Target="../media/image212.png"  /><Relationship Id="rId34" Type="http://schemas.openxmlformats.org/officeDocument/2006/relationships/image" Target="../media/image246.png"  /><Relationship Id="rId35" Type="http://schemas.openxmlformats.org/officeDocument/2006/relationships/image" Target="../media/image247.png"  /><Relationship Id="rId4" Type="http://schemas.openxmlformats.org/officeDocument/2006/relationships/image" Target="../media/image185.png"  /><Relationship Id="rId5" Type="http://schemas.openxmlformats.org/officeDocument/2006/relationships/image" Target="../media/image186.png"  /><Relationship Id="rId6" Type="http://schemas.openxmlformats.org/officeDocument/2006/relationships/image" Target="../media/image187.png"  /><Relationship Id="rId7" Type="http://schemas.openxmlformats.org/officeDocument/2006/relationships/image" Target="../media/image101.png"  /><Relationship Id="rId8" Type="http://schemas.openxmlformats.org/officeDocument/2006/relationships/image" Target="../media/image200.png"  /><Relationship Id="rId9" Type="http://schemas.openxmlformats.org/officeDocument/2006/relationships/image" Target="../media/image9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90.png"  /><Relationship Id="rId11" Type="http://schemas.openxmlformats.org/officeDocument/2006/relationships/image" Target="../media/image191.png"  /><Relationship Id="rId12" Type="http://schemas.openxmlformats.org/officeDocument/2006/relationships/image" Target="../media/image249.png"  /><Relationship Id="rId13" Type="http://schemas.openxmlformats.org/officeDocument/2006/relationships/image" Target="../media/image193.png"  /><Relationship Id="rId14" Type="http://schemas.openxmlformats.org/officeDocument/2006/relationships/image" Target="../media/image250.png"  /><Relationship Id="rId15" Type="http://schemas.openxmlformats.org/officeDocument/2006/relationships/image" Target="../media/image251.png"  /><Relationship Id="rId16" Type="http://schemas.openxmlformats.org/officeDocument/2006/relationships/image" Target="../media/image100.png"  /><Relationship Id="rId17" Type="http://schemas.openxmlformats.org/officeDocument/2006/relationships/image" Target="../media/image252.png"  /><Relationship Id="rId18" Type="http://schemas.openxmlformats.org/officeDocument/2006/relationships/image" Target="../media/image253.png"  /><Relationship Id="rId19" Type="http://schemas.openxmlformats.org/officeDocument/2006/relationships/image" Target="../media/image254.png"  /><Relationship Id="rId2" Type="http://schemas.openxmlformats.org/officeDocument/2006/relationships/image" Target="../media/image183.png"  /><Relationship Id="rId20" Type="http://schemas.openxmlformats.org/officeDocument/2006/relationships/image" Target="../media/image204.png"  /><Relationship Id="rId21" Type="http://schemas.openxmlformats.org/officeDocument/2006/relationships/image" Target="../media/image205.png"  /><Relationship Id="rId22" Type="http://schemas.openxmlformats.org/officeDocument/2006/relationships/image" Target="../media/image206.png"  /><Relationship Id="rId23" Type="http://schemas.openxmlformats.org/officeDocument/2006/relationships/image" Target="../media/image207.png"  /><Relationship Id="rId24" Type="http://schemas.openxmlformats.org/officeDocument/2006/relationships/image" Target="../media/image208.png"  /><Relationship Id="rId25" Type="http://schemas.openxmlformats.org/officeDocument/2006/relationships/image" Target="../media/image255.png"  /><Relationship Id="rId26" Type="http://schemas.openxmlformats.org/officeDocument/2006/relationships/image" Target="../media/image256.png"  /><Relationship Id="rId27" Type="http://schemas.openxmlformats.org/officeDocument/2006/relationships/image" Target="../media/image212.png"  /><Relationship Id="rId28" Type="http://schemas.openxmlformats.org/officeDocument/2006/relationships/image" Target="../media/image257.png"  /><Relationship Id="rId29" Type="http://schemas.openxmlformats.org/officeDocument/2006/relationships/image" Target="../media/image258.png"  /><Relationship Id="rId3" Type="http://schemas.openxmlformats.org/officeDocument/2006/relationships/image" Target="../media/image184.png"  /><Relationship Id="rId4" Type="http://schemas.openxmlformats.org/officeDocument/2006/relationships/image" Target="../media/image185.png"  /><Relationship Id="rId5" Type="http://schemas.openxmlformats.org/officeDocument/2006/relationships/image" Target="../media/image248.png"  /><Relationship Id="rId6" Type="http://schemas.openxmlformats.org/officeDocument/2006/relationships/image" Target="../media/image186.png"  /><Relationship Id="rId7" Type="http://schemas.openxmlformats.org/officeDocument/2006/relationships/image" Target="../media/image187.png"  /><Relationship Id="rId8" Type="http://schemas.openxmlformats.org/officeDocument/2006/relationships/image" Target="../media/image188.png"  /><Relationship Id="rId9" Type="http://schemas.openxmlformats.org/officeDocument/2006/relationships/image" Target="../media/image23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67.png"  /><Relationship Id="rId11" Type="http://schemas.openxmlformats.org/officeDocument/2006/relationships/image" Target="../media/image268.png"  /><Relationship Id="rId12" Type="http://schemas.openxmlformats.org/officeDocument/2006/relationships/image" Target="../media/image269.png"  /><Relationship Id="rId13" Type="http://schemas.openxmlformats.org/officeDocument/2006/relationships/image" Target="../media/image270.png"  /><Relationship Id="rId14" Type="http://schemas.openxmlformats.org/officeDocument/2006/relationships/image" Target="../media/image271.png"  /><Relationship Id="rId15" Type="http://schemas.openxmlformats.org/officeDocument/2006/relationships/image" Target="../media/image272.png"  /><Relationship Id="rId16" Type="http://schemas.openxmlformats.org/officeDocument/2006/relationships/image" Target="../media/image273.png"  /><Relationship Id="rId17" Type="http://schemas.openxmlformats.org/officeDocument/2006/relationships/image" Target="../media/image274.png"  /><Relationship Id="rId2" Type="http://schemas.openxmlformats.org/officeDocument/2006/relationships/image" Target="../media/image259.png"  /><Relationship Id="rId3" Type="http://schemas.openxmlformats.org/officeDocument/2006/relationships/image" Target="../media/image260.png"  /><Relationship Id="rId4" Type="http://schemas.openxmlformats.org/officeDocument/2006/relationships/image" Target="../media/image261.png"  /><Relationship Id="rId5" Type="http://schemas.openxmlformats.org/officeDocument/2006/relationships/image" Target="../media/image262.png"  /><Relationship Id="rId6" Type="http://schemas.openxmlformats.org/officeDocument/2006/relationships/image" Target="../media/image263.png"  /><Relationship Id="rId7" Type="http://schemas.openxmlformats.org/officeDocument/2006/relationships/image" Target="../media/image264.png"  /><Relationship Id="rId8" Type="http://schemas.openxmlformats.org/officeDocument/2006/relationships/image" Target="../media/image265.png"  /><Relationship Id="rId9" Type="http://schemas.openxmlformats.org/officeDocument/2006/relationships/image" Target="../media/image26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81.png"  /><Relationship Id="rId2" Type="http://schemas.openxmlformats.org/officeDocument/2006/relationships/image" Target="../media/image275.png"  /><Relationship Id="rId3" Type="http://schemas.openxmlformats.org/officeDocument/2006/relationships/image" Target="../media/image276.png"  /><Relationship Id="rId4" Type="http://schemas.openxmlformats.org/officeDocument/2006/relationships/image" Target="../media/image277.png"  /><Relationship Id="rId5" Type="http://schemas.openxmlformats.org/officeDocument/2006/relationships/image" Target="../media/image278.png"  /><Relationship Id="rId6" Type="http://schemas.openxmlformats.org/officeDocument/2006/relationships/image" Target="../media/image279.png"  /><Relationship Id="rId7" Type="http://schemas.openxmlformats.org/officeDocument/2006/relationships/image" Target="../media/image280.png"  /><Relationship Id="rId8" Type="http://schemas.openxmlformats.org/officeDocument/2006/relationships/video" Target="file:///E:\Desktop\&#51320;&#50629;&#44284;&#51228;\&#49884;&#50672;&#50689;&#49345;%20ppt&#50857;\&#51208;&#52264;%20&#54588;&#46300;&#48177;&#49884;&#50672;&#50689;&#49345;.mp4" TargetMode="External" /><Relationship Id="rId9" Type="http://schemas.microsoft.com/office/2007/relationships/media" Target="file:///E:\Desktop\&#51320;&#50629;&#44284;&#51228;\&#49884;&#50672;&#50689;&#49345;%20ppt&#50857;\&#51208;&#52264;%20&#54588;&#46300;&#48177;&#49884;&#50672;&#50689;&#49345;.mp4" TargetMode="External"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84.png"  /><Relationship Id="rId2" Type="http://schemas.openxmlformats.org/officeDocument/2006/relationships/image" Target="../media/image275.png"  /><Relationship Id="rId3" Type="http://schemas.openxmlformats.org/officeDocument/2006/relationships/image" Target="../media/image276.png"  /><Relationship Id="rId4" Type="http://schemas.openxmlformats.org/officeDocument/2006/relationships/image" Target="../media/image282.png"  /><Relationship Id="rId5" Type="http://schemas.openxmlformats.org/officeDocument/2006/relationships/image" Target="../media/image278.png"  /><Relationship Id="rId6" Type="http://schemas.openxmlformats.org/officeDocument/2006/relationships/image" Target="../media/image279.png"  /><Relationship Id="rId7" Type="http://schemas.openxmlformats.org/officeDocument/2006/relationships/image" Target="../media/image283.png"  /><Relationship Id="rId8" Type="http://schemas.openxmlformats.org/officeDocument/2006/relationships/video" Target="file:///E:\Desktop\&#51320;&#50629;&#44284;&#51228;\&#49884;&#50672;&#50689;&#49345;%20ppt&#50857;\&#49884;&#50672;&#50689;&#49345;AIagent.mp4" TargetMode="External" /><Relationship Id="rId9" Type="http://schemas.microsoft.com/office/2007/relationships/media" Target="file:///E:\Desktop\&#51320;&#50629;&#44284;&#51228;\&#49884;&#50672;&#50689;&#49345;%20ppt&#50857;\&#49884;&#50672;&#50689;&#49345;AIagent.mp4" TargetMode="Externa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462500" y="94996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4432300"/>
            <a:ext cx="101600" cy="838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90600" y="5930900"/>
            <a:ext cx="3784600" cy="384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9474200"/>
            <a:ext cx="3441700" cy="101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482600"/>
            <a:ext cx="14312900" cy="482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8400" y="4254500"/>
            <a:ext cx="5448300" cy="135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83100" y="114300"/>
            <a:ext cx="14097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147483648" y="2147483648"/>
            <a:ext cx="2147483648" cy="95250000"/>
            <a:chOff x="0" y="0"/>
            <a:chExt cx="914400" cy="91440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2992100" y="5143500"/>
            <a:ext cx="10591800" cy="12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-25400" y="2147483648"/>
            <a:ext cx="2147483648" cy="95250000"/>
            <a:chOff x="0" y="0"/>
            <a:chExt cx="914400" cy="91440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5308600"/>
            <a:ext cx="185674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003300" cy="1028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4559300"/>
            <a:ext cx="2578100" cy="1117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32300" y="1168400"/>
            <a:ext cx="14351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737600" y="1168400"/>
            <a:ext cx="1511300" cy="1727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432300" y="5334000"/>
            <a:ext cx="1511300" cy="1739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457700" y="2578100"/>
            <a:ext cx="2667000" cy="1244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750300" y="5346700"/>
            <a:ext cx="1511300" cy="1739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775700" y="6667500"/>
            <a:ext cx="1600200" cy="1371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559300" y="3492500"/>
            <a:ext cx="1778000" cy="186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763000" y="2578100"/>
            <a:ext cx="2667000" cy="1244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864600" y="3505200"/>
            <a:ext cx="2908300" cy="186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470400" y="6756400"/>
            <a:ext cx="2667000" cy="1244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546600" y="7772400"/>
            <a:ext cx="1943100" cy="1384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699500" y="7785100"/>
            <a:ext cx="2794000" cy="977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7157700" y="-165100"/>
            <a:ext cx="1485900" cy="1676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3716000" y="1168400"/>
            <a:ext cx="1511300" cy="1727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13741400" y="2578100"/>
            <a:ext cx="2641600" cy="1257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3830300" y="3505200"/>
            <a:ext cx="2286000" cy="186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37300" y="-1346200"/>
            <a:ext cx="26568400" cy="12319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3400" y="215900"/>
            <a:ext cx="7480300" cy="3378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2755900" y="3365500"/>
            <a:ext cx="13360400" cy="867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9100" y="5359400"/>
            <a:ext cx="6680200" cy="433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3340100"/>
            <a:ext cx="101600" cy="157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733800"/>
            <a:ext cx="1511300" cy="6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66800" y="4267200"/>
            <a:ext cx="1435100" cy="6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086100" y="4775200"/>
            <a:ext cx="1409700" cy="635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813800" y="8305800"/>
            <a:ext cx="1270000" cy="2921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0528300" y="8305800"/>
            <a:ext cx="1270000" cy="2921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217400" y="8305800"/>
            <a:ext cx="1270000" cy="2921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3817600" y="8305800"/>
            <a:ext cx="1270000" cy="2921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5494000" y="8305800"/>
            <a:ext cx="1270000" cy="292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7157700" y="-152400"/>
            <a:ext cx="1485900" cy="1676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736600" y="3136900"/>
            <a:ext cx="6731000" cy="2006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94700" y="1651000"/>
            <a:ext cx="9144000" cy="723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8915400" y="2235200"/>
            <a:ext cx="8204200" cy="1219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8559800" y="3454400"/>
            <a:ext cx="3454400" cy="3911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9537700" y="4914900"/>
            <a:ext cx="1778000" cy="1282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940800" y="7289800"/>
            <a:ext cx="2844800" cy="723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3639800" y="3454400"/>
            <a:ext cx="3454400" cy="3911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14630400" y="4914900"/>
            <a:ext cx="1790700" cy="1282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14020800" y="7289800"/>
            <a:ext cx="2641600" cy="723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8801100" y="8572500"/>
            <a:ext cx="1447800" cy="685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10236200" y="8509000"/>
            <a:ext cx="1727200" cy="7493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11912600" y="8509000"/>
            <a:ext cx="1739900" cy="749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13639800" y="8509000"/>
            <a:ext cx="1638300" cy="7493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15328900" y="8572500"/>
            <a:ext cx="1752600" cy="685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724900" y="4813300"/>
            <a:ext cx="2755900" cy="558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13792200" y="4826000"/>
            <a:ext cx="2755900" cy="55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14300" y="812800"/>
            <a:ext cx="16129000" cy="350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14224000" y="5816600"/>
            <a:ext cx="50800" cy="459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9131300" y="5816600"/>
            <a:ext cx="50800" cy="458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4013200" y="5816600"/>
            <a:ext cx="50800" cy="4597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336800" y="3835400"/>
            <a:ext cx="3390900" cy="33909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442200" y="3898900"/>
            <a:ext cx="3390900" cy="33909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712700" y="3898900"/>
            <a:ext cx="3390900" cy="339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493500" y="8318500"/>
            <a:ext cx="5295900" cy="1054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2611100" y="7327900"/>
            <a:ext cx="33909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032500" y="8318500"/>
            <a:ext cx="5651500" cy="1054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505700" y="7315200"/>
            <a:ext cx="3416300" cy="952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371600" y="8318500"/>
            <a:ext cx="5194300" cy="1054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253999" y="7315200"/>
            <a:ext cx="6451600" cy="952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7170400" y="-152400"/>
            <a:ext cx="1485900" cy="167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7112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3300" y="914400"/>
            <a:ext cx="13779500" cy="2489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62100" y="7531100"/>
            <a:ext cx="2006600" cy="20066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14500" y="7683500"/>
            <a:ext cx="16891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695700" y="8267700"/>
            <a:ext cx="2857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62100" y="5270500"/>
            <a:ext cx="2006600" cy="2006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4500" y="5435600"/>
            <a:ext cx="16891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695700" y="6007100"/>
            <a:ext cx="31623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562100" y="3035300"/>
            <a:ext cx="2006600" cy="20066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714500" y="3187700"/>
            <a:ext cx="1689100" cy="168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160000" y="3035300"/>
            <a:ext cx="2006600" cy="2006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160000" y="7531100"/>
            <a:ext cx="2006600" cy="2006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160000" y="5270500"/>
            <a:ext cx="2006600" cy="2006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731500" y="3467100"/>
            <a:ext cx="1028700" cy="11303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0439400" y="5689600"/>
            <a:ext cx="1435100" cy="1181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464800" y="8064500"/>
            <a:ext cx="1447800" cy="1028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7493000" y="3771900"/>
            <a:ext cx="1905000" cy="546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7493000" y="6007100"/>
            <a:ext cx="1905000" cy="546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7493000" y="8369300"/>
            <a:ext cx="1905000" cy="546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3695700" y="3771900"/>
            <a:ext cx="2387600" cy="952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2738100" y="3327400"/>
            <a:ext cx="4089400" cy="1651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12763500" y="5626100"/>
            <a:ext cx="4114800" cy="1524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12763500" y="7886700"/>
            <a:ext cx="4025900" cy="15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88800" y="0"/>
            <a:ext cx="114935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0" y="190500"/>
            <a:ext cx="10477500" cy="1047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090400" y="101600"/>
            <a:ext cx="11493500" cy="1028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3900" y="1219200"/>
            <a:ext cx="3657600" cy="85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1155700"/>
            <a:ext cx="6007100" cy="3708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" y="2844800"/>
            <a:ext cx="1270000" cy="127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47900" y="2844800"/>
            <a:ext cx="9093200" cy="1257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0600" y="3035300"/>
            <a:ext cx="952500" cy="863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62100" y="3517900"/>
            <a:ext cx="2667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52700" y="2895600"/>
            <a:ext cx="7874000" cy="1612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" y="4483100"/>
            <a:ext cx="1270000" cy="1270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47900" y="4483100"/>
            <a:ext cx="9093200" cy="1257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4724400"/>
            <a:ext cx="1143000" cy="7620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04900" y="4749800"/>
            <a:ext cx="1079500" cy="711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40000" y="4508500"/>
            <a:ext cx="7556500" cy="12827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98600" y="5156200"/>
            <a:ext cx="4318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" y="6108700"/>
            <a:ext cx="1270000" cy="12700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65200" y="6324600"/>
            <a:ext cx="10414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47900" y="6108700"/>
            <a:ext cx="9093200" cy="1257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540000" y="6146800"/>
            <a:ext cx="8039100" cy="12827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98600" y="6769100"/>
            <a:ext cx="431800" cy="4064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47900" y="7734300"/>
            <a:ext cx="9093200" cy="1257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" y="7734300"/>
            <a:ext cx="1270000" cy="1270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93800" y="7975600"/>
            <a:ext cx="723900" cy="787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85900" y="8458200"/>
            <a:ext cx="431800" cy="406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590800" y="7823200"/>
            <a:ext cx="6794500" cy="16129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157700" y="-152400"/>
            <a:ext cx="14859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39700" y="4584700"/>
            <a:ext cx="4597400" cy="12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203700" y="4584700"/>
            <a:ext cx="4597400" cy="12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42300" y="4584700"/>
            <a:ext cx="4864100" cy="12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17500" y="4584700"/>
            <a:ext cx="5270500" cy="127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127000000" y="-1506753400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2700" y="-114300"/>
            <a:ext cx="18288000" cy="471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0500" y="6565900"/>
            <a:ext cx="4699000" cy="876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3300" y="7277100"/>
            <a:ext cx="3784600" cy="259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95900" y="6565900"/>
            <a:ext cx="38227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72500" y="6565900"/>
            <a:ext cx="5168900" cy="87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6565900"/>
            <a:ext cx="2755900" cy="87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4260000">
            <a:off x="3771900" y="4229100"/>
            <a:ext cx="850900" cy="11557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8100" y="2082800"/>
            <a:ext cx="5715000" cy="5715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97000" y="3403600"/>
            <a:ext cx="2857500" cy="2857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4260000">
            <a:off x="8026400" y="4229100"/>
            <a:ext cx="850900" cy="11557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203700" y="2095500"/>
            <a:ext cx="5715000" cy="5715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638800" y="3403600"/>
            <a:ext cx="2857500" cy="2857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4260000">
            <a:off x="12280900" y="4229100"/>
            <a:ext cx="850900" cy="11557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445500" y="2095500"/>
            <a:ext cx="5715000" cy="571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880600" y="3403600"/>
            <a:ext cx="2857500" cy="28575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649200" y="2082800"/>
            <a:ext cx="5715000" cy="5715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084300" y="3403600"/>
            <a:ext cx="2857500" cy="28575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30400" y="3911600"/>
            <a:ext cx="1778000" cy="1739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146800" y="3873500"/>
            <a:ext cx="1841500" cy="1905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388600" y="3924300"/>
            <a:ext cx="1841500" cy="19050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935200" y="3670300"/>
            <a:ext cx="1117600" cy="2273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943600" y="571500"/>
            <a:ext cx="6908800" cy="3416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410200" y="7277100"/>
            <a:ext cx="3721100" cy="1943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639300" y="7289800"/>
            <a:ext cx="3721100" cy="2590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830300" y="7302500"/>
            <a:ext cx="3721100" cy="1943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157700" y="-152400"/>
            <a:ext cx="14859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49784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52900" y="495300"/>
            <a:ext cx="16713200" cy="965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5900" y="3606800"/>
            <a:ext cx="5245100" cy="3530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352800"/>
            <a:ext cx="39243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57700" y="-152400"/>
            <a:ext cx="14859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83100" y="1270000"/>
            <a:ext cx="14427200" cy="8394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4826000" cy="1028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5900" y="3606800"/>
            <a:ext cx="5245100" cy="3530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352800"/>
            <a:ext cx="39370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57700" y="-152400"/>
            <a:ext cx="14859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4826000" cy="1043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5900" y="3606800"/>
            <a:ext cx="5257800" cy="3530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352800"/>
            <a:ext cx="31496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57700" y="-152400"/>
            <a:ext cx="1485900" cy="167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665200" y="584200"/>
            <a:ext cx="2514600" cy="251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01800" y="1206500"/>
            <a:ext cx="1028700" cy="128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40900" y="863600"/>
            <a:ext cx="5638800" cy="142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0" y="1765300"/>
            <a:ext cx="4064000" cy="13589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16700" y="4025900"/>
            <a:ext cx="2946400" cy="552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302500" y="4686300"/>
            <a:ext cx="355600" cy="342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04100" y="4140200"/>
            <a:ext cx="5334000" cy="800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636000" y="7899400"/>
            <a:ext cx="4089400" cy="800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975600" y="5080000"/>
            <a:ext cx="279400" cy="27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051800" y="5143500"/>
            <a:ext cx="4673600" cy="660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559300" y="6019800"/>
            <a:ext cx="3505200" cy="1422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880600" y="3568700"/>
            <a:ext cx="4114800" cy="850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588500" y="7340600"/>
            <a:ext cx="4660900" cy="876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931400" y="5295900"/>
            <a:ext cx="4000500" cy="825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452100" y="4051300"/>
            <a:ext cx="2603500" cy="1104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563100" y="5676900"/>
            <a:ext cx="3441700" cy="774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058400" y="7797800"/>
            <a:ext cx="29337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273300" y="-787400"/>
            <a:ext cx="21285200" cy="5969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57400" y="1841500"/>
            <a:ext cx="4851400" cy="2692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86600" y="1816100"/>
            <a:ext cx="4851400" cy="269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57400" y="7531100"/>
            <a:ext cx="4851400" cy="6223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086600" y="1841500"/>
            <a:ext cx="4851400" cy="269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86600" y="7531100"/>
            <a:ext cx="4851400" cy="6223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03100" y="1841500"/>
            <a:ext cx="4851400" cy="269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03100" y="7531100"/>
            <a:ext cx="4851400" cy="622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70100" y="4635500"/>
            <a:ext cx="4851400" cy="2692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086600" y="4635500"/>
            <a:ext cx="4851400" cy="2692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15800" y="4635500"/>
            <a:ext cx="4851400" cy="2692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63500" y="2882900"/>
            <a:ext cx="2717800" cy="62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-25400" y="5778500"/>
            <a:ext cx="2882900" cy="622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26900" y="8267700"/>
            <a:ext cx="4864100" cy="939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988800" y="7543800"/>
            <a:ext cx="4343400" cy="723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800600" y="177800"/>
            <a:ext cx="7848600" cy="2489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892800" y="215900"/>
            <a:ext cx="6146800" cy="558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010400" y="8280400"/>
            <a:ext cx="4648200" cy="1600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023100" y="7543800"/>
            <a:ext cx="4292600" cy="723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93900" y="8280400"/>
            <a:ext cx="4724400" cy="1231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76400" y="7543800"/>
            <a:ext cx="4622800" cy="723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-876300" y="3378200"/>
            <a:ext cx="4699000" cy="736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-5400000">
            <a:off x="-558800" y="6146800"/>
            <a:ext cx="4089400" cy="723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106900" y="-165100"/>
            <a:ext cx="16383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50300" y="1943100"/>
            <a:ext cx="9283700" cy="2501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6200" y="711200"/>
            <a:ext cx="8064500" cy="971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77800" y="609600"/>
            <a:ext cx="4572000" cy="971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0"/>
            <a:ext cx="18288000" cy="990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43942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1612900"/>
            <a:ext cx="190500" cy="19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3400" y="4241800"/>
            <a:ext cx="3390900" cy="123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6100" y="4902200"/>
            <a:ext cx="2120900" cy="1143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8300" y="190500"/>
            <a:ext cx="5346700" cy="81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0500" y="1041400"/>
            <a:ext cx="4445000" cy="472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6100" y="6413500"/>
            <a:ext cx="3848100" cy="114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58800" y="5613400"/>
            <a:ext cx="2984500" cy="114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57700" y="-203200"/>
            <a:ext cx="1714500" cy="1663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62600" y="8051800"/>
            <a:ext cx="1460500" cy="1257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283200" y="5638800"/>
            <a:ext cx="18669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673600" y="6096000"/>
            <a:ext cx="32893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902200" y="9156700"/>
            <a:ext cx="2806700" cy="111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5400000">
            <a:off x="5537200" y="4876800"/>
            <a:ext cx="1104900" cy="215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5867400" y="4876800"/>
            <a:ext cx="1104900" cy="215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5400000">
            <a:off x="5537200" y="7315200"/>
            <a:ext cx="1104900" cy="215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5867400" y="7315200"/>
            <a:ext cx="1104900" cy="2159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321300" y="1536700"/>
            <a:ext cx="1841500" cy="15113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286500" y="2324100"/>
            <a:ext cx="762000" cy="711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560300" y="2286000"/>
            <a:ext cx="1409700" cy="63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036300" y="3213100"/>
            <a:ext cx="1384300" cy="63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084300" y="3200400"/>
            <a:ext cx="1066800" cy="635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4114800" y="1663700"/>
            <a:ext cx="18161000" cy="11201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597900" y="4394200"/>
            <a:ext cx="9080500" cy="56007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281400" y="4648200"/>
            <a:ext cx="228600" cy="228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725900" y="4648200"/>
            <a:ext cx="228600" cy="228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7157700" y="4648200"/>
            <a:ext cx="228600" cy="2286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893813300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-5400000">
            <a:off x="10782300" y="7366000"/>
            <a:ext cx="4902200" cy="63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5257800" y="3009900"/>
            <a:ext cx="2425700" cy="1358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661400" y="1524000"/>
            <a:ext cx="2413000" cy="1231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661400" y="4419600"/>
            <a:ext cx="1981200" cy="1231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877300" y="4953000"/>
            <a:ext cx="3746500" cy="4851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3474700" y="4914900"/>
            <a:ext cx="405130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50300" y="1943100"/>
            <a:ext cx="8915400" cy="2501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6200" y="711200"/>
            <a:ext cx="8064500" cy="971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77800" y="609600"/>
            <a:ext cx="4572000" cy="971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0"/>
            <a:ext cx="18288000" cy="990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43942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1612900"/>
            <a:ext cx="190500" cy="19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3400" y="4241800"/>
            <a:ext cx="3390900" cy="123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6100" y="4902200"/>
            <a:ext cx="2120900" cy="1143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8300" y="190500"/>
            <a:ext cx="5346700" cy="81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0500" y="1041400"/>
            <a:ext cx="4445000" cy="472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6100" y="6413500"/>
            <a:ext cx="3848100" cy="114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58800" y="5613400"/>
            <a:ext cx="2984500" cy="114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57700" y="-266700"/>
            <a:ext cx="1714500" cy="167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62600" y="8051800"/>
            <a:ext cx="1460500" cy="1257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283200" y="5638800"/>
            <a:ext cx="18669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673600" y="6096000"/>
            <a:ext cx="32893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902200" y="9156700"/>
            <a:ext cx="2806700" cy="111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5400000">
            <a:off x="5537200" y="4876800"/>
            <a:ext cx="1104900" cy="215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5867400" y="4876800"/>
            <a:ext cx="1104900" cy="215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5537200" y="7315200"/>
            <a:ext cx="1104900" cy="215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5867400" y="7315200"/>
            <a:ext cx="1104900" cy="2159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21300" y="1536700"/>
            <a:ext cx="1841500" cy="15113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286500" y="2324100"/>
            <a:ext cx="762000" cy="711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811000" y="2286000"/>
            <a:ext cx="1384300" cy="63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201400" y="3200400"/>
            <a:ext cx="12954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845800" y="4127500"/>
            <a:ext cx="1257300" cy="635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4114800" y="1663700"/>
            <a:ext cx="18161000" cy="11201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597900" y="4394200"/>
            <a:ext cx="9080500" cy="56007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281400" y="4648200"/>
            <a:ext cx="228600" cy="228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725900" y="4648200"/>
            <a:ext cx="228600" cy="228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7157700" y="4648200"/>
            <a:ext cx="228600" cy="2286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893813300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-5400000">
            <a:off x="10782300" y="7366000"/>
            <a:ext cx="4902200" cy="63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257800" y="3009900"/>
            <a:ext cx="2425700" cy="1358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661400" y="1524000"/>
            <a:ext cx="1689100" cy="1231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661400" y="4419600"/>
            <a:ext cx="1981200" cy="1231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775700" y="4902200"/>
            <a:ext cx="3797300" cy="4826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3296900" y="4927600"/>
            <a:ext cx="410210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50300" y="1943100"/>
            <a:ext cx="91567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6200" y="711200"/>
            <a:ext cx="8064500" cy="971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77800" y="609600"/>
            <a:ext cx="4572000" cy="971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0"/>
            <a:ext cx="18288000" cy="990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43942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1612900"/>
            <a:ext cx="190500" cy="19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3400" y="4241800"/>
            <a:ext cx="3390900" cy="123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6100" y="4902200"/>
            <a:ext cx="2120900" cy="1143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8300" y="190500"/>
            <a:ext cx="5346700" cy="81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0500" y="1041400"/>
            <a:ext cx="4445000" cy="472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6100" y="6413500"/>
            <a:ext cx="3848100" cy="114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58800" y="5613400"/>
            <a:ext cx="2984500" cy="114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57700" y="-266700"/>
            <a:ext cx="1727200" cy="16891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62600" y="8051800"/>
            <a:ext cx="1460500" cy="1257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283200" y="5638800"/>
            <a:ext cx="18669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673600" y="6096000"/>
            <a:ext cx="32893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902200" y="9156700"/>
            <a:ext cx="2806700" cy="111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5400000">
            <a:off x="5537200" y="4876800"/>
            <a:ext cx="1104900" cy="215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5867400" y="4876800"/>
            <a:ext cx="1104900" cy="215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5400000">
            <a:off x="5537200" y="7315200"/>
            <a:ext cx="1104900" cy="215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5867400" y="7315200"/>
            <a:ext cx="1104900" cy="2159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321300" y="1536700"/>
            <a:ext cx="1841500" cy="15113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286500" y="2324100"/>
            <a:ext cx="762000" cy="711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795000" y="2286000"/>
            <a:ext cx="1104900" cy="635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127500" y="825500"/>
            <a:ext cx="18161000" cy="12319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597900" y="3835400"/>
            <a:ext cx="9080500" cy="61595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281400" y="4076700"/>
            <a:ext cx="228600" cy="228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6725900" y="4076700"/>
            <a:ext cx="228600" cy="228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157700" y="4076700"/>
            <a:ext cx="228600" cy="22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893813300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-5400000">
            <a:off x="10502900" y="7086600"/>
            <a:ext cx="5473700" cy="63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5257800" y="3009900"/>
            <a:ext cx="2425700" cy="1358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661400" y="1524000"/>
            <a:ext cx="2413000" cy="1231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661400" y="3848100"/>
            <a:ext cx="1981200" cy="1231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296900" y="4419600"/>
            <a:ext cx="3886200" cy="5003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839200" y="4419600"/>
            <a:ext cx="407670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6200" y="711200"/>
            <a:ext cx="8064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77800" y="609600"/>
            <a:ext cx="4572000" cy="971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0"/>
            <a:ext cx="18288000" cy="990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" y="43942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1612900"/>
            <a:ext cx="190500" cy="1905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97500" y="6197600"/>
            <a:ext cx="1841500" cy="1511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5588000" y="5321300"/>
            <a:ext cx="11049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930900" y="5321300"/>
            <a:ext cx="1104900" cy="2159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11800" y="2603500"/>
            <a:ext cx="2095500" cy="13970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86500" y="3378200"/>
            <a:ext cx="838200" cy="787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33400" y="4241800"/>
            <a:ext cx="3390900" cy="1231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6100" y="4902200"/>
            <a:ext cx="2120900" cy="1143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8300" y="190500"/>
            <a:ext cx="53467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0500" y="1041400"/>
            <a:ext cx="4445000" cy="4724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46100" y="6413500"/>
            <a:ext cx="3848100" cy="1143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58800" y="5613400"/>
            <a:ext cx="2984500" cy="1143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157700" y="-215900"/>
            <a:ext cx="1714500" cy="1689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422900" y="4127500"/>
            <a:ext cx="1803400" cy="1028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775200" y="7607300"/>
            <a:ext cx="3048000" cy="1117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750300" y="1993900"/>
            <a:ext cx="8724900" cy="2044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788900" y="2349500"/>
            <a:ext cx="1968500" cy="635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188700" y="1041400"/>
            <a:ext cx="8890000" cy="12014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60400" y="4000500"/>
            <a:ext cx="4445000" cy="60071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459200" y="4216400"/>
            <a:ext cx="228600" cy="228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903700" y="4216400"/>
            <a:ext cx="228600" cy="228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335500" y="4216400"/>
            <a:ext cx="228600" cy="228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788400" y="2781300"/>
            <a:ext cx="1409700" cy="63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630400" y="3263900"/>
            <a:ext cx="876300" cy="63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252200" y="3695700"/>
            <a:ext cx="2032000" cy="635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451600" y="1041400"/>
            <a:ext cx="8890000" cy="12014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623300" y="4000500"/>
            <a:ext cx="4445000" cy="60071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9359900" y="4648200"/>
            <a:ext cx="2971800" cy="5130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661400" y="1524000"/>
            <a:ext cx="2578100" cy="1231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423900" y="4038600"/>
            <a:ext cx="1981200" cy="1231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550900" y="4572000"/>
            <a:ext cx="3911600" cy="3797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737600" y="4051300"/>
            <a:ext cx="35687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6200" y="711200"/>
            <a:ext cx="8064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77800" y="609600"/>
            <a:ext cx="4572000" cy="971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0"/>
            <a:ext cx="18288000" cy="990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63700" y="393700"/>
            <a:ext cx="1143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" y="43942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" y="1612900"/>
            <a:ext cx="190500" cy="19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3400" y="4241800"/>
            <a:ext cx="3390900" cy="123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6100" y="4902200"/>
            <a:ext cx="2120900" cy="1143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8300" y="190500"/>
            <a:ext cx="5346700" cy="81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0500" y="1041400"/>
            <a:ext cx="4445000" cy="472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6100" y="6413500"/>
            <a:ext cx="3848100" cy="114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58800" y="5613400"/>
            <a:ext cx="2984500" cy="114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57700" y="-190500"/>
            <a:ext cx="1714500" cy="16510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308600" y="4102100"/>
            <a:ext cx="1816100" cy="19939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045200" y="5321300"/>
            <a:ext cx="1079500" cy="1028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838700" y="6197600"/>
            <a:ext cx="3238500" cy="152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750300" y="1943100"/>
            <a:ext cx="9283700" cy="2501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027400" y="3187700"/>
            <a:ext cx="1041400" cy="635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114800" y="1663700"/>
            <a:ext cx="18161000" cy="11201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597900" y="4394200"/>
            <a:ext cx="9080500" cy="56007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281400" y="4648200"/>
            <a:ext cx="228600" cy="228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725900" y="4648200"/>
            <a:ext cx="228600" cy="228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157700" y="4648200"/>
            <a:ext cx="228600" cy="228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125200" y="3644900"/>
            <a:ext cx="1041400" cy="63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871700" y="2298700"/>
            <a:ext cx="1041400" cy="635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8938133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-5400000">
            <a:off x="10782300" y="7416800"/>
            <a:ext cx="4813300" cy="63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661400" y="1524000"/>
            <a:ext cx="2971800" cy="1231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661400" y="4419600"/>
            <a:ext cx="1981200" cy="1231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775700" y="4991100"/>
            <a:ext cx="4102100" cy="3175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296900" y="4940300"/>
            <a:ext cx="33782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08000" y="9271000"/>
            <a:ext cx="571500" cy="60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17600" y="469900"/>
            <a:ext cx="2743200" cy="265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723900"/>
            <a:ext cx="4102100" cy="812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30500" y="3149600"/>
            <a:ext cx="6134100" cy="157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57700" y="5003800"/>
            <a:ext cx="1092200" cy="41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57700" y="7226300"/>
            <a:ext cx="1092200" cy="41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43100" y="3429000"/>
            <a:ext cx="762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30500" y="4140200"/>
            <a:ext cx="14249400" cy="223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43200" y="5575300"/>
            <a:ext cx="5067300" cy="157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70400" y="6731000"/>
            <a:ext cx="1092200" cy="41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55800" y="5854700"/>
            <a:ext cx="762000" cy="76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43200" y="6553200"/>
            <a:ext cx="14122400" cy="1765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55900" y="7658100"/>
            <a:ext cx="4406900" cy="228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55800" y="7823200"/>
            <a:ext cx="762000" cy="762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9499600" y="-469900"/>
            <a:ext cx="10401300" cy="1144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4991100" y="1803400"/>
            <a:ext cx="13843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651500" y="838200"/>
            <a:ext cx="4787900" cy="1231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53100" y="1651000"/>
            <a:ext cx="8394700" cy="182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106900" y="-152400"/>
            <a:ext cx="1714500" cy="167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30500" y="8559800"/>
            <a:ext cx="141478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-254000"/>
            <a:ext cx="5232400" cy="105029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2147483648" y="2147483648"/>
            <a:ext cx="2147483648" cy="190500000"/>
            <a:chOff x="0" y="0"/>
            <a:chExt cx="914400" cy="91440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723900" y="3340100"/>
            <a:ext cx="584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0300" y="2832100"/>
            <a:ext cx="1981200" cy="109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95300" y="762000"/>
            <a:ext cx="4445000" cy="370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98500" y="546100"/>
            <a:ext cx="21209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106900" y="-165100"/>
            <a:ext cx="1714500" cy="1676400"/>
          </a:xfrm>
          <a:prstGeom prst="rect">
            <a:avLst/>
          </a:prstGeom>
        </p:spPr>
      </p:pic>
      <p:pic>
        <p:nvPicPr>
          <p:cNvPr id="9" name="절차 피드백시연영상.mp4">
            <a:hlinkClick r:id="" action="ppaction://media"/>
          </p:cNvPr>
          <p:cNvPicPr>
            <a:picLocks noRot="1"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5029199" y="1295400"/>
            <a:ext cx="13258802" cy="7658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evt="onClick">
                                      <p:tgtEl>
                                        <p:spTgt spid="9"/>
                                      </p:tgtEl>
                                    </p:cond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2594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5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-254000"/>
            <a:ext cx="5232400" cy="105029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2147483648" y="2147483648"/>
            <a:ext cx="2147483648" cy="190500000"/>
            <a:chOff x="0" y="0"/>
            <a:chExt cx="914400" cy="91440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723900" y="3340100"/>
            <a:ext cx="584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0300" y="2832100"/>
            <a:ext cx="2641600" cy="109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95300" y="762000"/>
            <a:ext cx="4445000" cy="370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98500" y="546100"/>
            <a:ext cx="21209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106900" y="-152400"/>
            <a:ext cx="1714500" cy="1676400"/>
          </a:xfrm>
          <a:prstGeom prst="rect">
            <a:avLst/>
          </a:prstGeom>
        </p:spPr>
      </p:pic>
      <p:pic>
        <p:nvPicPr>
          <p:cNvPr id="9" name="시연영상AIagent.mp4">
            <a:hlinkClick r:id="" action="ppaction://media"/>
          </p:cNvPr>
          <p:cNvPicPr>
            <a:picLocks noRot="1"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5020236" y="1282700"/>
            <a:ext cx="13267765" cy="767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evt="onClick">
                                      <p:tgtEl>
                                        <p:spTgt spid="9"/>
                                      </p:tgtEl>
                                    </p:cond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2905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5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19</ep:Slides>
  <ep:Notes>0</ep:Notes>
  <ep:TotalTime>0</ep:TotalTime>
  <ep:HiddenSlides>0</ep:HiddenSlides>
  <ep:MMClips>2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qudtn</cp:lastModifiedBy>
  <dcterms:modified xsi:type="dcterms:W3CDTF">2025-06-23T08:38:56.568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